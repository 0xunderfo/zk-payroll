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733288"/>
  <p:notesSz cx="5733288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4D399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657600"/>
            <a:ext cx="3657600" cy="3657600"/>
          </a:xfrm>
          <a:prstGeom prst="ellipse">
            <a:avLst/>
          </a:prstGeom>
          <a:solidFill>
            <a:srgbClr val="34D399">
              <a:alpha val="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PAYROLL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Payroll for DAOs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salaries are nobody's business.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5120640"/>
            <a:ext cx="9144000" cy="612648"/>
          </a:xfrm>
          <a:prstGeom prst="rect">
            <a:avLst/>
          </a:prstGeom>
          <a:solidFill>
            <a:srgbClr val="1111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230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Programmable Cryptography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On-Chain Payroll Is an Open Book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on-chain payment is fully transparent. Competitors see your compensation structure. Candidates compare offers before you extend them. Investors track individual salaries.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560320" cy="2148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606040"/>
            <a:ext cx="54864" cy="21488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Salary Exposure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look up exactly what every contributor earns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606040"/>
            <a:ext cx="2560320" cy="2148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606040"/>
            <a:ext cx="54864" cy="21488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Competitive Risk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1188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DAOs poach talent by monitoring your pay rates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2560320" cy="21488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606040"/>
            <a:ext cx="54864" cy="21488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Privacy Paradox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46520" y="3108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for accountability sacrifices employee privacy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074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payroll has one assumption: salary data is private. Web3 broke that."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Numbers Behind the Need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5780" y="1417320"/>
            <a:ext cx="2423160" cy="14630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578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$27.8B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62940" y="2011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Payroll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294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60420" y="1417320"/>
            <a:ext cx="2423160" cy="14630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042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$24.5B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97580" y="2011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Treasury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(2025)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758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DeepDAO / CoinLaw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95060" y="1417320"/>
            <a:ext cx="2423160" cy="14630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506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13,000+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32220" y="2011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2220" y="2423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DeepDAO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" y="3200400"/>
            <a:ext cx="1874520" cy="150876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" y="3200400"/>
            <a:ext cx="187452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150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data privacy 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concern in Web3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Consensys 2024 Survey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83180" y="3200400"/>
            <a:ext cx="1874520" cy="150876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83180" y="3200400"/>
            <a:ext cx="187452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258318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7462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payroll adoption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(2023-2024)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7462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Crypto Payroll Report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86300" y="3200400"/>
            <a:ext cx="1874520" cy="150876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6300" y="3200400"/>
            <a:ext cx="187452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468630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$94K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77774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salary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774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CryptoJobsList 2025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89420" y="3200400"/>
            <a:ext cx="1874520" cy="150876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89420" y="3200400"/>
            <a:ext cx="18745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78942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8086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to 2033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086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8640" y="5257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Coinbase acquired Utopia Labs ($23M) to build on-chain payroll — validating the market.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Zero-Knowledge Shielded Payroll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is public. The breakdown is private. That's the magic of ZK.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1828800" cy="29718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4231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154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Batch Sign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3977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signs the payroll batch with encrypted amounts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3246120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606040" y="2286000"/>
            <a:ext cx="1828800" cy="29718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246120" y="24231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0"/>
          <p:cNvSpPr/>
          <p:nvPr/>
        </p:nvSpPr>
        <p:spPr>
          <a:xfrm>
            <a:off x="32461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1546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74320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Merkle Tree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2743200" y="3977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generates a tree of private notes committed to a single root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246120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709160" y="2286000"/>
            <a:ext cx="1828800" cy="29718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349240" y="24231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15"/>
          <p:cNvSpPr/>
          <p:nvPr/>
        </p:nvSpPr>
        <p:spPr>
          <a:xfrm>
            <a:off x="53492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15468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4632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On-Chain Root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846320" y="3977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Merkle Root and total amount go on-chain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3246120"/>
            <a:ext cx="237744" cy="23774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812280" y="2286000"/>
            <a:ext cx="1828800" cy="29718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7452360" y="2423160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0"/>
          <p:cNvSpPr/>
          <p:nvPr/>
        </p:nvSpPr>
        <p:spPr>
          <a:xfrm>
            <a:off x="74523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3154680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4944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ZK Claim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6949440" y="3977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prove ownership via ZK proof to withdraw privately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Shielded Pool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35204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8404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ON-CHAIN (Public)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payroll amount (e.g. $15,000)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Root (cryptographic commitment)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 verification result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(spent / unspent)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840480" cy="352044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08760"/>
            <a:ext cx="3840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OFF-CHAIN (Private)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secrets (per recipient)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tree leaves (private notes)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8046720" cy="36576"/>
          </a:xfrm>
          <a:prstGeom prst="rect">
            <a:avLst/>
          </a:prstGeom>
          <a:solidFill>
            <a:srgbClr val="34D399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303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verifies the ZK proof and releases funds — without ever knowing which note was spent.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Payroll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recipients and amounts: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alice.eth  $5,000  |  bob.eth  $6,000  |  carol.eth  $4,000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993392"/>
            <a:ext cx="0" cy="155448"/>
          </a:xfrm>
          <a:prstGeom prst="line">
            <a:avLst/>
          </a:prstGeom>
          <a:noFill/>
          <a:ln w="19050">
            <a:solidFill>
              <a:srgbClr val="FBBF2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 Secure Batch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compiles a Merkle Tree of private notes, encrypting the breakdown locally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" y="2770632"/>
            <a:ext cx="0" cy="155448"/>
          </a:xfrm>
          <a:prstGeom prst="line">
            <a:avLst/>
          </a:prstGeom>
          <a:noFill/>
          <a:ln w="19050">
            <a:solidFill>
              <a:srgbClr val="FBBF2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 &amp; Submit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337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Plasma network — zero gas fees for deposit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3547872"/>
            <a:ext cx="0" cy="155448"/>
          </a:xfrm>
          <a:prstGeom prst="line">
            <a:avLst/>
          </a:prstGeom>
          <a:noFill/>
          <a:ln w="19050">
            <a:solidFill>
              <a:srgbClr val="FBBF2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 Privacy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shows: Total $15,000. Individual amounts? Just a single cryptographic root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" y="4325112"/>
            <a:ext cx="0" cy="155448"/>
          </a:xfrm>
          <a:prstGeom prst="line">
            <a:avLst/>
          </a:prstGeom>
          <a:noFill/>
          <a:ln w="19050">
            <a:solidFill>
              <a:srgbClr val="FBBF2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Recipient Claims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892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wallet, click claim. ZK proof verifies — funds released, zero gas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app demo...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16002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Circom + Groth16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circuits for proving note ownership without revealing amounts. Proof generation runs entirely off-chain.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508760"/>
            <a:ext cx="3840480" cy="16002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Poseidon Hashing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32120" y="2057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ZK-friendly hash function for efficient Merkle Tree construction inside arithmetic circuits.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3840480" cy="16002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033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Solidity Verifier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4023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contract verifies Groth16 proofs and manages the shielded pool of committed notes.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474720"/>
            <a:ext cx="3840480" cy="1600200"/>
          </a:xfrm>
          <a:prstGeom prst="rect">
            <a:avLst/>
          </a:prstGeom>
          <a:solidFill>
            <a:srgbClr val="18181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033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Plasma L1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32120" y="4023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Zero-fee settlement layer. Deposits and claims happen without gas costs for end users.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5166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generation happens off-chain. The blockchain only sees the validity of the math, never the data itself.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34D399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34D399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Fees (Plasma)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548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548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21792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vs Traditional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1691640"/>
            <a:ext cx="5486400" cy="0"/>
          </a:xfrm>
          <a:prstGeom prst="line">
            <a:avLst/>
          </a:prstGeom>
          <a:noFill/>
          <a:ln w="6350">
            <a:solidFill>
              <a:srgbClr val="34D399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payroll for DAOs that can't wait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sales cycles.</a:t>
            </a:r>
            <a:endParaRPr lang="en-US" sz="2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06324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3774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deployed on Plasma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4747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7744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 source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886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774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gas fees for all operations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48056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86200" y="4526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ED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PAYROLL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1371600" y="5212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salaries are nobody's business.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Payroll — Private Payroll for DAOs</dc:title>
  <dc:subject>PptxGenJS Presentation</dc:subject>
  <dc:creator>Private Payroll Team</dc:creator>
  <cp:lastModifiedBy>Private Payroll Team</cp:lastModifiedBy>
  <cp:revision>1</cp:revision>
  <dcterms:created xsi:type="dcterms:W3CDTF">2026-02-08T11:35:16Z</dcterms:created>
  <dcterms:modified xsi:type="dcterms:W3CDTF">2026-02-08T11:35:16Z</dcterms:modified>
</cp:coreProperties>
</file>